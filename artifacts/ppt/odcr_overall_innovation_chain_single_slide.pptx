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ODCR 整体创新链总览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从 D4C 的 domain counterfactual augmentation，推进到“证据锚定—解耦表征—可靠性路由—受控生成”的完整链条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F4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01/01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82296" cy="297180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Preprocess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主创新：EASD 的证据锚点层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辅创新：HSS 的风格先验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作用：给样本显式打出内容证据与风格证据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为后续 shared / specific 解耦提供输入来源</a:t>
            </a:r>
          </a:p>
        </p:txBody>
      </p:sp>
      <p:sp>
        <p:nvSpPr>
          <p:cNvPr id="13" name="Chevron 12"/>
          <p:cNvSpPr/>
          <p:nvPr/>
        </p:nvSpPr>
        <p:spPr>
          <a:xfrm>
            <a:off x="2642616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34056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4056" y="1572768"/>
            <a:ext cx="82296" cy="297180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主创新：EASD 的表征实现层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辅创新：HSS 的层级风格结构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作用：将内容与风格映射到 shared / specific 两个空间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用结构化约束提升解耦效果</a:t>
            </a:r>
          </a:p>
        </p:txBody>
      </p:sp>
      <p:sp>
        <p:nvSpPr>
          <p:cNvPr id="17" name="Chevron 16"/>
          <p:cNvSpPr/>
          <p:nvPr/>
        </p:nvSpPr>
        <p:spPr>
          <a:xfrm>
            <a:off x="4873752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65192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5192" y="1572768"/>
            <a:ext cx="82296" cy="297180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主创新：RCR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辅创新：UCI 元数据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作用：评估反事实样本是否可靠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决定样本送往评分路径还是解释路径</a:t>
            </a:r>
          </a:p>
        </p:txBody>
      </p:sp>
      <p:sp>
        <p:nvSpPr>
          <p:cNvPr id="21" name="Chevron 20"/>
          <p:cNvSpPr/>
          <p:nvPr/>
        </p:nvSpPr>
        <p:spPr>
          <a:xfrm>
            <a:off x="7104888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96328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96328" y="1572768"/>
            <a:ext cx="82296" cy="297180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Step5A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主创新：LCI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作用：让评分主要依赖 shared 内容信息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在反事实扰动下保持评分稳定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降低风格噪声对推荐结果的干扰</a:t>
            </a:r>
          </a:p>
        </p:txBody>
      </p:sp>
      <p:sp>
        <p:nvSpPr>
          <p:cNvPr id="25" name="Chevron 24"/>
          <p:cNvSpPr/>
          <p:nvPr/>
        </p:nvSpPr>
        <p:spPr>
          <a:xfrm>
            <a:off x="9336024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27464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27464" y="1572768"/>
            <a:ext cx="82296" cy="2971800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6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Step5B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主创新：CCV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配套辅创新：UCI / FCA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作用：区分“说什么”和“怎么说”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让解释尽量与评分依赖的证据保持一致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83480"/>
            <a:ext cx="10972800" cy="91440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983480"/>
            <a:ext cx="82296" cy="91440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93208"/>
            <a:ext cx="107167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一句话总结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ODCR 的整体逻辑是：Preprocess 打锚点，Step3 做解耦，Step4 做可靠性路由，Step5A 保评分稳定，Step5B 做受控解释生成。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因此第一次先讲 preprocess，因为后续所有模块都以前面的证据锚点为输入前提。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ODCR Overall Innovation Chain</dc:title>
  <dc:subject>Single-slide overview extracted from TXT outline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